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DM Sans" pitchFamily="2" charset="0"/>
      <p:regular r:id="rId13"/>
    </p:embeddedFont>
    <p:embeddedFont>
      <p:font typeface="DM Sans Bold" pitchFamily="2" charset="0"/>
      <p:regular r:id="rId14"/>
    </p:embeddedFont>
    <p:embeddedFont>
      <p:font typeface="Libre Baskerville" panose="02000000000000000000" pitchFamily="2" charset="0"/>
      <p:regular r:id="rId15"/>
    </p:embeddedFont>
    <p:embeddedFont>
      <p:font typeface="Libre Baskerville Bold" panose="02000000000000000000" pitchFamily="2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20DE8-2638-8144-AD2A-A52FDE7C60BC}" type="datetimeFigureOut">
              <a:rPr lang="" smtClean="0"/>
              <a:t>08/04/2026</a:t>
            </a:fld>
            <a:endParaRPr lang="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DAAF55-55B7-CA46-9B5E-088232F5E334}" type="slidenum">
              <a:rPr lang="" smtClean="0"/>
              <a:t>‹N°›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2268997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svg"/><Relationship Id="rId4" Type="http://schemas.openxmlformats.org/officeDocument/2006/relationships/image" Target="../media/image6.svg"/><Relationship Id="rId5" Type="http://schemas.openxmlformats.org/officeDocument/2006/relationships/image" Target="../media/image7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47837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Campus Sport Resources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247528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Command-Line Inventory System for University Athletics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96119" y="3168848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with C • MySQL • Docker |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2044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Challenge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676028"/>
            <a:ext cx="2832422" cy="2447032"/>
          </a:xfrm>
          <a:prstGeom prst="roundRect">
            <a:avLst>
              <a:gd name="adj" fmla="val 4171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35781" y="1817787"/>
            <a:ext cx="25489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181002"/>
            <a:ext cx="254890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University sports departments manage hundreds of equipment items — balls, rackets, cones, nets, whistles. Tracking what's available, where it's stored, and who can access it is often done with spreadsheets or paper logs. This leads to lost equipment, double-bookings, and wasted budget.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404" y="2185169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498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Our Approach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9149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lightweight, fast command-line application that puts inventory control at the user's fingertips. No bloated interfaces — just quick, reliable access to what matters.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204591"/>
            <a:ext cx="2622724" cy="2073846"/>
          </a:xfrm>
          <a:prstGeom prst="roundRect">
            <a:avLst>
              <a:gd name="adj" fmla="val 2871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2640" y="2351112"/>
            <a:ext cx="425276" cy="425276"/>
          </a:xfrm>
          <a:prstGeom prst="ellipse">
            <a:avLst/>
          </a:prstGeom>
          <a:solidFill>
            <a:srgbClr val="B88E23"/>
          </a:solidFill>
          <a:ln/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19" y="2468017"/>
            <a:ext cx="191319" cy="191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2640" y="2918147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Track Everything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2640" y="3224659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item has a digital record with location, quantity, and availability status.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0601" y="2204591"/>
            <a:ext cx="2622724" cy="2073846"/>
          </a:xfrm>
          <a:prstGeom prst="roundRect">
            <a:avLst>
              <a:gd name="adj" fmla="val 2871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407122" y="2351112"/>
            <a:ext cx="425276" cy="425276"/>
          </a:xfrm>
          <a:prstGeom prst="ellipse">
            <a:avLst/>
          </a:prstGeom>
          <a:solidFill>
            <a:srgbClr val="B88E23"/>
          </a:solidFill>
          <a:ln/>
        </p:spPr>
        <p:txBody>
          <a:bodyPr/>
          <a:p/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101" y="2468017"/>
            <a:ext cx="191319" cy="1913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7122" y="2918147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Control Access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07122" y="3224659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user roles: Admins manage the system, regular users browse and update.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25083" y="2204591"/>
            <a:ext cx="2622724" cy="2073846"/>
          </a:xfrm>
          <a:prstGeom prst="roundRect">
            <a:avLst>
              <a:gd name="adj" fmla="val 2871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171605" y="2351112"/>
            <a:ext cx="425276" cy="425276"/>
          </a:xfrm>
          <a:prstGeom prst="ellipse">
            <a:avLst/>
          </a:prstGeom>
          <a:solidFill>
            <a:srgbClr val="B88E23"/>
          </a:solidFill>
          <a:ln/>
        </p:spPr>
        <p:txBody>
          <a:bodyPr/>
          <a:p/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8584" y="2468017"/>
            <a:ext cx="191319" cy="1913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1605" y="2918147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Deploy Anywhere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171605" y="3224659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Packaged in Docker, it runs identically on any machine — classroom PC, personal laptop, or cloud server.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How It Works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82154"/>
            <a:ext cx="73152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836765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app and database communicate over a local network, making the system modular and portable.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Getting Started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82154"/>
            <a:ext cx="73152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836765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Security starts at the door. Only verified users enter the system.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390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At Your Command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31255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Terminal Menu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612181"/>
            <a:ext cx="2628230" cy="2551658"/>
          </a:xfrm>
          <a:prstGeom prst="roundRect">
            <a:avLst>
              <a:gd name="adj" fmla="val 2333"/>
            </a:avLst>
          </a:prstGeom>
          <a:solidFill>
            <a:srgbClr val="F2F0E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66229" y="1753939"/>
            <a:ext cx="2288009" cy="2268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Logged in as: admin [Admin]
1. Create Resource
2. List All Resources
3. Find One Resource
4. Update Resource
5. Delete Resource
6. Register New User [Admin only]
0. Logout
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404" y="1991990"/>
            <a:ext cx="1428750" cy="1428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448277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Role-based menus ensure users only see what they're allowed to do.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Memory Management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system doesn't know in advance how many records the database holds. Instead of wasting memory with fixed arrays, it starts small and grows automatically — doubling capacity whenever space runs out.</a:t>
            </a:r>
            <a:endParaRPr lang="en-US" sz="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07021"/>
            <a:ext cx="73152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4961632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Like a backpack that expands when you need it.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9714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Run Anywhere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252737"/>
            <a:ext cx="4722763" cy="1293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Setting up databases and compilers on different computers is frustrating. Docker solves this by packaging the entire environment — operating system, dependencies, and configuration — into a single container.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command, any platform. No "it works on my machine" excuses.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398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We Built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6133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260627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Core Operations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912790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Create, Read, Read All, Update, Delete, Register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72433" y="196133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3272433" y="260627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Roles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72433" y="2912790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distinct permissions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48747" y="196133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048747" y="260627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Command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8747" y="2912790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deploy anywhere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52588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Beyond the numbers, this project demonstrates understanding of systems programming, database design, memory management, and modern DevOps practices — skills that transfer directly to professional software engineering.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2287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Built for Real-World Problems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765548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From classroom concepts to working software.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925119" y="2686869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Campus Sport Resources proves that even 'old school' tools like C and the command line, when combined with modern practices like containerization, can solve contemporary problems elegantly and efficiently.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3753594"/>
            <a:ext cx="4722763" cy="566961"/>
          </a:xfrm>
          <a:prstGeom prst="roundRect">
            <a:avLst>
              <a:gd name="adj" fmla="val 10502"/>
            </a:avLst>
          </a:prstGeom>
          <a:solidFill>
            <a:srgbClr val="F7EDD4"/>
          </a:solidFill>
          <a:ln/>
        </p:spPr>
        <p:txBody>
          <a:bodyPr/>
          <a:p/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877" y="3954363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85816" y="3930774"/>
            <a:ext cx="4577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Questions?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Affichage à l'écran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lastModifiedBy>SHEMA arnold</cp:lastModifiedBy>
  <cp:revision>2</cp:revision>
  <dcterms:created xsi:type="dcterms:W3CDTF">2026-08-04T07:53:45Z</dcterms:created>
  <dcterms:modified xsi:type="dcterms:W3CDTF">2026-08-04T07:55:04Z</dcterms:modified>
</cp:coreProperties>
</file>